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3C36-FE02-0482-D494-71C86F67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6F41D-5169-DBE2-EC44-BF688ED68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1DF1-09D9-D482-6A35-7E7F613B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E025D-D8B5-E0A0-54AC-C9810FEA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47352-E0EE-74C7-8312-1BF7FF8A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6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5868-F3BB-18A3-0050-084164EF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42BF-9A96-F3C4-1C53-CAAA3045E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BDF1B-6B92-0507-905F-3CF22B3F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C358-A5EC-FE51-08B7-1AE3CA8E0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A1A4-D511-03DC-C2E1-10AEF18C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F347-6A48-CF65-ED4B-89BC31C3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1BBC3-2C62-1006-B432-D0B4E247A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5F3F0-2096-66DA-92E2-F96F5B3D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EAA4-0BB2-0A6A-F3FD-210F38F3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C001E-D6D6-D13A-B309-D6F5EE06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0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B012-884B-74BE-E088-C9CE6014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AD3E-D03B-7A80-A876-286297D63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4BF0F-5FFC-FE1A-54B2-7CD7FC647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3A14B-BC4F-E682-EA37-6D9E748F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4F831-7E4B-2F87-B9DC-E0318EB3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D4F78-28A9-C9A2-9F51-C2ABF45C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1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98A7-4143-D95A-A03C-C95DDD8D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294DE-D5AD-FA8A-DF13-7A9B22AF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5BA23-12AD-EAF3-C27F-0E240A50E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34BBF-F3DF-90B7-C066-C0519AD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3DA1C-80DE-3253-6707-551B52C62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B96A7-BB8B-BB4A-5D67-D644DA6E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F3C51-5000-EFE0-39AF-A51C3AE4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CDE15A-445C-8315-01FF-3E6C2311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3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7407-90E6-033B-4F01-C46624AB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E5E61-BFAE-A3D0-1CE9-A86157E8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6AB38-3CE0-C502-AC4A-A7DFB844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5A18A-B434-53D4-0496-818AFEB4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8E8AE-9E05-6BA9-C327-E21985B7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D1525-BBF5-D9AD-51CC-42F26E5D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9CC89-46B5-F5C9-D02C-C6A11D9D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9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BD50-17B3-7407-0D21-CAE382D4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C37DB-4EB0-FE18-3EC1-87D20778E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74C11-B8F2-7E17-9FA2-2D2DCACCD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FC73E-FF69-4BFC-1AF4-BE7EE550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D35AA-95B2-7D82-2605-E4E403F6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2ECBD-6B80-1AA1-D23F-E8051765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16B1C-298B-CCC6-DED3-F4844628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B9186-ED02-B13C-7515-527219C87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AFFE8-87BA-AD8D-3C26-A7AD5BA5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D6B00-61BD-AFB5-155F-DDA7CEC8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387F3-DB1D-1D6B-6079-2E9A6E06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4FB7D-8365-4A27-0F5F-63EE0ACC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5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DA1F-6B31-357D-4ED1-BA3E26AF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C8D91-4840-B229-E8DA-518DC79DC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EE19F-95AE-CAD8-30C1-6537E982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357F-7C2F-4DCB-8DFB-030D69D3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D2BD-087F-F104-ADF2-97864E9C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6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AD887-970F-5CDD-6DD0-A9C42E768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3B587-78E3-AEAF-5142-4160D8C8A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23176-122B-2F26-73AD-968D1D66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1C04-E64D-A5DD-06D0-5FC5CD76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43094-59FC-101A-C791-60D806AD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6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C7911-AAEC-DF5E-767E-2DBFE000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2C766-4435-1F7C-136F-CEF7B958D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82C70-D780-AEF1-2526-581939F83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8F70F-6F46-47F1-A727-2637982CCC3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E018-E08E-4C6F-1AE2-A4D05274A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98165-F810-7244-86F9-2AC78BF58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91F95-DAEC-4F32-AB47-0EDE6B7FB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0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EF6440-1CB5-7063-BB28-D22F1CD26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8" y="2446808"/>
            <a:ext cx="3620005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40029-55AB-2216-B149-527827E47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535" y="2446808"/>
            <a:ext cx="3543795" cy="1657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649F62-22AF-64BE-463D-6A44264BB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346" y="2417030"/>
            <a:ext cx="4719654" cy="20239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211771-7D80-0C17-5CE9-BC342ACEB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03" y="258119"/>
            <a:ext cx="5784394" cy="19519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F44D21-E943-513C-9F1F-0A0C4E690D91}"/>
              </a:ext>
            </a:extLst>
          </p:cNvPr>
          <p:cNvSpPr txBox="1"/>
          <p:nvPr/>
        </p:nvSpPr>
        <p:spPr>
          <a:xfrm>
            <a:off x="6575898" y="258119"/>
            <a:ext cx="428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2026/05/29 </a:t>
            </a:r>
            <a:r>
              <a:rPr lang="en-US" altLang="zh-CN" dirty="0" err="1"/>
              <a:t>OpenVINO</a:t>
            </a:r>
            <a:r>
              <a:rPr lang="en-US" altLang="zh-CN" dirty="0"/>
              <a:t> ResNet50 stress test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DD7A80-41C7-1833-6C62-675B62548B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9089"/>
          <a:stretch>
            <a:fillRect/>
          </a:stretch>
        </p:blipFill>
        <p:spPr>
          <a:xfrm>
            <a:off x="2814742" y="5038928"/>
            <a:ext cx="7856259" cy="156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94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9D042-BB65-5219-53DA-247BABD04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62" y="836579"/>
            <a:ext cx="6070942" cy="5768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2AA67-0E81-FA33-235B-1741D57F5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116" y="379378"/>
            <a:ext cx="5231533" cy="64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8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</dc:creator>
  <cp:lastModifiedBy>123</cp:lastModifiedBy>
  <cp:revision>1</cp:revision>
  <dcterms:created xsi:type="dcterms:W3CDTF">2026-05-29T14:58:16Z</dcterms:created>
  <dcterms:modified xsi:type="dcterms:W3CDTF">2026-05-29T15:24:36Z</dcterms:modified>
</cp:coreProperties>
</file>